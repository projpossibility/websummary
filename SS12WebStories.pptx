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21725-BCEF-476B-9B10-FFE64A06E43D}" type="datetimeFigureOut">
              <a:rPr lang="en-US" smtClean="0"/>
              <a:t>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9F32C-0EA1-426B-B3A6-4B376DAD0AB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Web-Based Social Stories Template Creator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us</a:t>
            </a:r>
          </a:p>
          <a:p>
            <a:r>
              <a:rPr lang="en-US" dirty="0" smtClean="0"/>
              <a:t>//insert our names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Purpose:</a:t>
            </a:r>
          </a:p>
          <a:p>
            <a:pPr lvl="1"/>
            <a:r>
              <a:rPr lang="en-US" dirty="0" smtClean="0"/>
              <a:t>Help children with Autism to learn how to act in various situation</a:t>
            </a:r>
            <a:endParaRPr lang="en-US" dirty="0"/>
          </a:p>
          <a:p>
            <a:pPr lvl="1"/>
            <a:r>
              <a:rPr lang="en-US" dirty="0" smtClean="0"/>
              <a:t>Children with Autism often have difficulty understanding social situations, so teachers create narratives to teach children about social situations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Front-end</a:t>
            </a:r>
          </a:p>
          <a:p>
            <a:pPr lvl="1"/>
            <a:r>
              <a:rPr lang="en-US" dirty="0" smtClean="0"/>
              <a:t>Used </a:t>
            </a:r>
            <a:r>
              <a:rPr lang="en-US" dirty="0" err="1"/>
              <a:t>J</a:t>
            </a:r>
            <a:r>
              <a:rPr lang="en-US" dirty="0" err="1" smtClean="0"/>
              <a:t>query</a:t>
            </a:r>
            <a:r>
              <a:rPr lang="en-US" dirty="0" smtClean="0"/>
              <a:t> and HTML to design </a:t>
            </a:r>
            <a:r>
              <a:rPr lang="en-US" dirty="0" err="1" smtClean="0"/>
              <a:t>webpages</a:t>
            </a:r>
            <a:endParaRPr lang="en-US" dirty="0" smtClean="0"/>
          </a:p>
          <a:p>
            <a:pPr lvl="1"/>
            <a:r>
              <a:rPr lang="en-US" dirty="0" smtClean="0"/>
              <a:t>Had to create and implement site map to make the site user-friendly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Back-end</a:t>
            </a:r>
          </a:p>
          <a:p>
            <a:pPr lvl="1"/>
            <a:r>
              <a:rPr lang="en-US" dirty="0" smtClean="0"/>
              <a:t>Used </a:t>
            </a:r>
            <a:r>
              <a:rPr lang="en-US" dirty="0" err="1" smtClean="0"/>
              <a:t>MySQL</a:t>
            </a:r>
            <a:r>
              <a:rPr lang="en-US" dirty="0" smtClean="0"/>
              <a:t> and PHP to store and access items from the database</a:t>
            </a:r>
          </a:p>
          <a:p>
            <a:pPr lvl="1"/>
            <a:r>
              <a:rPr lang="en-US" dirty="0" smtClean="0"/>
              <a:t>“Hide” </a:t>
            </a:r>
            <a:r>
              <a:rPr lang="en-US" dirty="0" err="1" smtClean="0"/>
              <a:t>MySQL</a:t>
            </a:r>
            <a:r>
              <a:rPr lang="en-US" dirty="0" smtClean="0"/>
              <a:t> commands inside PHP functions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only had  basic knowledge of HTML</a:t>
            </a:r>
          </a:p>
          <a:p>
            <a:r>
              <a:rPr lang="en-US" dirty="0" smtClean="0"/>
              <a:t>No </a:t>
            </a:r>
            <a:r>
              <a:rPr lang="en-US" dirty="0" err="1" smtClean="0"/>
              <a:t>MySQL</a:t>
            </a:r>
            <a:r>
              <a:rPr lang="en-US" dirty="0" smtClean="0"/>
              <a:t> database experience</a:t>
            </a:r>
          </a:p>
          <a:p>
            <a:r>
              <a:rPr lang="en-US" dirty="0" smtClean="0"/>
              <a:t>Had not coded extensively in PHP prior to this weekend</a:t>
            </a:r>
          </a:p>
          <a:p>
            <a:endParaRPr lang="en-US" dirty="0"/>
          </a:p>
          <a:p>
            <a:r>
              <a:rPr lang="en-US" dirty="0" smtClean="0"/>
              <a:t>Special thanks to our mentors, Mike and Ely for keeping us on track!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an easy way for teachers to edit previous stories</a:t>
            </a:r>
          </a:p>
          <a:p>
            <a:r>
              <a:rPr lang="en-US" dirty="0" smtClean="0"/>
              <a:t>More organized implementation of the back end</a:t>
            </a:r>
          </a:p>
          <a:p>
            <a:r>
              <a:rPr lang="en-US" dirty="0" smtClean="0"/>
              <a:t>Way to add pictures to the stories</a:t>
            </a:r>
          </a:p>
          <a:p>
            <a:r>
              <a:rPr lang="en-US" dirty="0" smtClean="0"/>
              <a:t>Some kind of screen-reading functionality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159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Web-Based Social Stories Template Creator</vt:lpstr>
      <vt:lpstr>Project Summary</vt:lpstr>
      <vt:lpstr>Design</vt:lpstr>
      <vt:lpstr>Challenges</vt:lpstr>
      <vt:lpstr>Future Improvements</vt:lpstr>
      <vt:lpstr>Demonstration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Web-Based Social Stories Template Creator</dc:title>
  <dc:creator>greg</dc:creator>
  <cp:lastModifiedBy>greg</cp:lastModifiedBy>
  <cp:revision>3</cp:revision>
  <dcterms:created xsi:type="dcterms:W3CDTF">2012-01-15T20:38:14Z</dcterms:created>
  <dcterms:modified xsi:type="dcterms:W3CDTF">2012-01-15T21:01:35Z</dcterms:modified>
</cp:coreProperties>
</file>